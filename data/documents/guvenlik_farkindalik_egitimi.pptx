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Bilgi Güvenliği Farkındalık Eğitimi — NovaBank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Oltalama (Phishing) Saldırıları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Tanımadığınız gönderenlerden gelen bağlantılara tıklamayın.</a:t>
            </a:r>
          </a:p>
          <a:p>
            <a:pPr>
              <a:defRPr sz="1800"/>
            </a:pPr>
            <a:r>
              <a:t>NovaBank sizden asla e-posta veya SMS ile şifrenizi istemez.</a:t>
            </a:r>
          </a:p>
          <a:p>
            <a:pPr>
              <a:defRPr sz="1800"/>
            </a:pPr>
            <a:r>
              <a:t>Şüpheli e-postaları guvenlik@novabank.com.tr adresine iletin.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Parola Politikası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Parolalar en az 12 karakter olmalıdır.</a:t>
            </a:r>
          </a:p>
          <a:p>
            <a:pPr>
              <a:defRPr sz="1800"/>
            </a:pPr>
            <a:r>
              <a:t>Çok faktörlü kimlik doğrulama (MFA) tüm sistemlerde zorunludur.</a:t>
            </a:r>
          </a:p>
          <a:p>
            <a:pPr>
              <a:defRPr sz="1800"/>
            </a:pPr>
            <a:r>
              <a:t>Parolalar 90 günde bir değiştirilir; parola paylaşımı yasaktır.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Temiz Masa ve Ekran Kilidi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Masanızda müşteri belgesi veya kart bilgisi bırakmayın.</a:t>
            </a:r>
          </a:p>
          <a:p>
            <a:pPr>
              <a:defRPr sz="1800"/>
            </a:pPr>
            <a:r>
              <a:t>Bilgisayarınızın başından ayrılırken ekranınızı kilitleyin.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Olay Bildirimi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Şüpheli bir güvenlik durumunu 24 saat içinde güvenlik ekibine bildirin.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